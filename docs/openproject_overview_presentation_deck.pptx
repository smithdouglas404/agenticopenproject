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1. Presentation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What this presentation covers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What OpenProject is and where it fits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Core functionality and main modules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Jira-to-OpenProject concept mapping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Typical role model and usage patterns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Migration and user-visible improvements</a:t>
            </a:r>
          </a:p>
          <a:p>
            <a:pPr>
              <a:defRPr sz="1800" b="0" i="0">
                <a:solidFill>
                  <a:srgbClr val="506A84"/>
                </a:solidFill>
                <a:latin typeface="Calibri"/>
              </a:defRPr>
            </a:pPr>
            <a:r>
              <a:t>This is an overview session, not detailed system training.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2. Why we choose OpenProject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Core reasons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Strong project collaboration functionality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Open source and customizable to our needs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One shared view of project work and status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Better planning of scope, schedule, and ownership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Transparent progress tracking across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3. Functional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OpenProject capability areas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Planning: Projects, work packages, milestones, Gantt, roadmaps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Agile execution: Boards, backlogs, sprint planning, team planner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Collaboration: Meetings, comments, activity history, documents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Control/reporting: Status, time/cost, filters, queries, exports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Platform: Roles, workflows, custom fields, API integrations</a:t>
            </a:r>
          </a:p>
          <a:p>
            <a:pPr>
              <a:defRPr sz="1800" b="0" i="0">
                <a:solidFill>
                  <a:srgbClr val="506A84"/>
                </a:solidFill>
                <a:latin typeface="Calibri"/>
              </a:defRPr>
            </a:pPr>
            <a:r>
              <a:t>Jira mapping baseline: Project -&gt; Project, Issue -&gt; Work package, Board -&gt; Board, JQL/filter -&gt; Query/filter.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4. Core concept: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Projects are the main organizing structure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Closest Jira concept: Project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Workspace boundary for members, modules, settings, and reporting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Can represent initiatives, products, departments, programs, or clients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Controls project-specific types, categories, versions, and workflows</a:t>
            </a:r>
          </a:p>
          <a:p>
            <a:pPr>
              <a:defRPr sz="1800" b="0" i="0">
                <a:solidFill>
                  <a:srgbClr val="506A84"/>
                </a:solidFill>
                <a:latin typeface="Calibri"/>
              </a:defRPr>
            </a:pPr>
            <a:r>
              <a:t>Why it matters: governance and clarity without losing flexibility.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5. Core concept: work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Work package = central unit of work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Closest Jira concept: Issue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Represents tasks, stories, bugs, features, risks, and milestones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Main fields: type, status, assignee, priority, dates, estimates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Core object for planning, execution, and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6. Structuring work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How work is organized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Parent/child hierarchy for decomposition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Relations: precedes, follows, blocks, duplicates, relates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Versions and milestones for release/phase planning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Categories and custom fields for business structure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Saved queries for focused working 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7. Planning with Gantt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Timeline and dependency management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Visualize tasks and milestones over time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Map dependency chains and delivery sequence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Identify date conflicts early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Keep deadline alignment across teams</a:t>
            </a:r>
          </a:p>
          <a:p>
            <a:pPr>
              <a:defRPr sz="1800" b="0" i="0">
                <a:solidFill>
                  <a:srgbClr val="506A84"/>
                </a:solidFill>
                <a:latin typeface="Calibri"/>
              </a:defRPr>
            </a:pPr>
            <a:r>
              <a:t>Best fit: PMs and coordinators managing schedule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8. Roadmaps and release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Roadmap view for versions and milestones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Group deliverables by version/release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Show upcoming milestones and target dates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Track progress at release/program level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Communicate direction to stakeholders</a:t>
            </a:r>
          </a:p>
          <a:p>
            <a:pPr>
              <a:defRPr sz="1800" b="0" i="0">
                <a:solidFill>
                  <a:srgbClr val="506A84"/>
                </a:solidFill>
                <a:latin typeface="Calibri"/>
              </a:defRPr>
            </a:pPr>
            <a:r>
              <a:t>Roadmap vs Gantt: strategic view vs detailed schedule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9. Kanban style in OpenProject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How Kanban works in OPR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Closest Jira concept: Kanban board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Status-based columns with card movement by progress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Continuous flow model without fixed sprint timeboxes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Team focuses on pull flow and blocker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10. Sprint style in OpenProject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How Sprint works in OPR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Closest Jira concept: Scrum board + backlog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Prioritize backlog and commit iteration scope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Track execution of sprint items with story points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Review completed vs carry-over items each cycle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11. Team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Capacity and assignment visibility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See who is working on what over time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Balance load and reschedule quickly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Coordinate handoffs across roles/disciplines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12. Search, filters, queries, and exports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Making information actionable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Build filtered views by role/team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Save reusable queries for day-to-day work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Export data for stakeholder communication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Example views: My tasks, Delayed milestones, Current sprint items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13. Roles, permissions,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Simple 3-role model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Closest Jira concept: project roles + permission schemes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Permissions controlled by project and module</a:t>
            </a:r>
          </a:p>
          <a:p>
            <a:pPr>
              <a:defRPr sz="2100" b="1">
                <a:solidFill>
                  <a:srgbClr val="114066"/>
                </a:solidFill>
                <a:latin typeface="Calibri"/>
              </a:defRPr>
            </a:pPr>
            <a:r>
              <a:t>Project admin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Configure project, members/groups, workflows, modules</a:t>
            </a:r>
          </a:p>
          <a:p>
            <a:pPr>
              <a:defRPr sz="2100" b="1">
                <a:solidFill>
                  <a:srgbClr val="114066"/>
                </a:solidFill>
                <a:latin typeface="Calibri"/>
              </a:defRPr>
            </a:pPr>
            <a:r>
              <a:t>Member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Create/update work and execute daily delivery</a:t>
            </a:r>
          </a:p>
          <a:p>
            <a:pPr>
              <a:defRPr sz="2100" b="1">
                <a:solidFill>
                  <a:srgbClr val="114066"/>
                </a:solidFill>
                <a:latin typeface="Calibri"/>
              </a:defRPr>
            </a:pPr>
            <a:r>
              <a:t>Reader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View-only access for status and reporting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14. Customization and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Adapting OpenProject to process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Configure work package types, statuses, and transitions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Add custom fields for business metadata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Enable only required modules by project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Support software, PMO, operations, and program use cases</a:t>
            </a:r>
          </a:p>
          <a:p>
            <a:pPr>
              <a:defRPr sz="1800" b="0" i="0">
                <a:solidFill>
                  <a:srgbClr val="506A84"/>
                </a:solidFill>
                <a:latin typeface="Calibri"/>
              </a:defRPr>
            </a:pPr>
            <a:r>
              <a:t>Recommendation: keep customization governed and minimal at phase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15. Integrations and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Extending OpenProject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REST API for automation and system integration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Connect to reporting and surrounding tool ecosystem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Support workflow synchronization scenarios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Extend for specialized use cases (including BIM/BCF)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16. Typical 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Example delivery flow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Create project and members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Enable needed modules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Define types, milestones, versions, fields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Create and assign work packages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Execute via board/list/planner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Track status and publish reporting views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Close release/project with retained history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17. Strengths to highlight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Main benefits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One system for execution + collaboration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Supports classic, agile, and hybrid delivery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Strong transparency and traceability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Open-source extensibility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Good balance of flexibility and process control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18. Jira to OpenProject migration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Migration approach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Preserve Jira working context while moving to OPR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Core mapping: Project, Issue, Epic link, Sprint/Board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Backfill metadata, comments/history, users/groups, story points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Validate continuity in reports, boards, and workflows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19. Major user-visible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What changed for end users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Epic-link support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All board types enabled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Story points available across all work package types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Simpler member management through groups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20. Features we might use in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Phase 2 / Phase 3 candidates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Meetings: agendas, minutes, recurring ceremonies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Documents: centralized content and collaboration history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Time/cost/budget: stronger delivery control and visibility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21.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Summary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OpenProject fits Jira-experienced teams with clear concept mapping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Work packages are the center of planning and execution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Kanban and Sprint can coexist by team context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Simple role model and strong governance drive adoption success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Migration should focus on continuity, not process reset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D2B45"/>
                </a:solidFill>
                <a:latin typeface="Calibri"/>
              </a:defRPr>
            </a:pPr>
            <a:r>
              <a:t>22. Q&amp;A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114066"/>
                </a:solidFill>
                <a:latin typeface="Calibri"/>
              </a:defRPr>
            </a:pPr>
            <a:r>
              <a:t>Questions?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Which modules are essential for phase 1?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Which teams should pilot first?</a:t>
            </a:r>
          </a:p>
          <a:p>
            <a:pPr>
              <a:defRPr sz="2000" b="0">
                <a:solidFill>
                  <a:srgbClr val="16324F"/>
                </a:solidFill>
                <a:latin typeface="Calibri"/>
              </a:defRPr>
            </a:pPr>
            <a:r>
              <a:t>Which migration validations are mandatory for go-live?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